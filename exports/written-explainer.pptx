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LLM traffic breaks rate limiting</a:t>
            </a:r>
          </a:p>
          <a:p>
            <a:r>
              <a:t>Traditional gateways limit requests per second and assume every request costs about the same. LLM requests break that assumption.</a:t>
            </a:r>
          </a:p>
          <a:p>
            <a:r>
              <a:t>Cost is driven by input length and by the autoregressive decode loop. One request can consume orders of magnitude more compute and memory than another at the same request rate.</a:t>
            </a:r>
          </a:p>
          <a:p>
            <a:r>
              <a:t>Noisy neighbor</a:t>
            </a:r>
          </a:p>
          <a:p>
            <a:r>
              <a:t>One tenant with heavy prompts monopolizes key-value (KV) cache and queue space, starving the rest.</a:t>
            </a:r>
          </a:p>
          <a:p>
            <a:r>
              <a:t>Scheduling regret</a:t>
            </a:r>
          </a:p>
          <a:p>
            <a:r>
              <a:t>Once a request enters a server's local queue it cannot move, even when a better endpoint frees up.</a:t>
            </a:r>
          </a:p>
          <a:p>
            <a:r>
              <a:t>Priority inversion</a:t>
            </a:r>
          </a:p>
          <a:p>
            <a:r>
              <a:t>Model servers batch by arrival, not business priority. Real-time work gets stuck behind offline batches.</a:t>
            </a:r>
          </a:p>
          <a:p>
            <a:r>
              <a:t>Resource asymmetry</a:t>
            </a:r>
          </a:p>
          <a:p>
            <a:r>
              <a:t>One huge-context request can outweigh hundreds of small ones. Request counts miss it.</a:t>
            </a:r>
          </a:p>
          <a:p>
            <a:r>
              <a:t>Flow control answers by governing physical capacity, KV cache and queue saturation, instead of request counts, and by holding the queue where policy can still act on it.</a:t>
            </a:r>
          </a:p>
          <a:p/>
          <a:p>
            <a:r>
              <a:t>Cost is driven by input length and by the autoregressive decode loop. One request can consume orders of magnitude more compute and memory than another at the same request rate.</a:t>
            </a:r>
          </a:p>
          <a:p>
            <a:r>
              <a:t>Noisy neighbor  One tenant with heavy prompts monopolizes key-value (KV) cache and queue space, starving the rest.  </a:t>
            </a:r>
          </a:p>
          <a:p>
            <a:r>
              <a:t>      Scheduling regret  Once a request enters a server's local queue it cannot move, even when a better endpoint frees up.  </a:t>
            </a:r>
          </a:p>
          <a:p>
            <a:r>
              <a:t>      Priority inversion  Model servers batch by arrival, not business priority. Real-time work gets stuck behind offline batches.  </a:t>
            </a:r>
          </a:p>
          <a:p>
            <a:r>
              <a:t>      Resource asymmetry  One huge-context request can outweigh hundreds of small ones. Request counts miss it.</a:t>
            </a:r>
          </a:p>
          <a:p>
            <a:r>
              <a:t>Flow control answers by governing physical capacity, KV cache and queue saturation, instead of request counts, and by holding the queue where policy can still act on it.</a:t>
            </a:r>
          </a:p>
          <a:p>
            <a:r>
              <a:t> Traditional gateways limit requests per second and assume every request costs about the same. </a:t>
            </a:r>
          </a:p>
          <a:p>
            <a:r>
              <a:t>Traditional gateways limit requests per second and assume every request costs about the same. LLM requests break that assumption.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LLM traffic breaks rate limiting</a:t>
            </a:r>
          </a:p>
          <a:p>
            <a:r>
              <a:t>Traditional gateways limit requests per second and assume every request costs about the same. LLM requests break that assumption.</a:t>
            </a:r>
          </a:p>
          <a:p>
            <a:r>
              <a:t>Cost is driven by input length and by the autoregressive decode loop. One request can consume orders of magnitude more compute and memory than another at the same request rate.</a:t>
            </a:r>
          </a:p>
          <a:p>
            <a:r>
              <a:t>Noisy neighbor</a:t>
            </a:r>
          </a:p>
          <a:p>
            <a:r>
              <a:t>One tenant with heavy prompts monopolizes key-value (KV) cache and queue space, starving the rest.</a:t>
            </a:r>
          </a:p>
          <a:p>
            <a:r>
              <a:t>Scheduling regret</a:t>
            </a:r>
          </a:p>
          <a:p>
            <a:r>
              <a:t>Once a request enters a server's local queue it cannot move, even when a better endpoint frees up.</a:t>
            </a:r>
          </a:p>
          <a:p>
            <a:r>
              <a:t>Priority inversion</a:t>
            </a:r>
          </a:p>
          <a:p>
            <a:r>
              <a:t>Model servers batch by arrival, not business priority. Real-time work gets stuck behind offline batches.</a:t>
            </a:r>
          </a:p>
          <a:p>
            <a:r>
              <a:t>Resource asymmetry</a:t>
            </a:r>
          </a:p>
          <a:p>
            <a:r>
              <a:t>One huge-context request can outweigh hundreds of small ones. Request counts miss it.</a:t>
            </a:r>
          </a:p>
          <a:p>
            <a:r>
              <a:t>Flow control answers by governing physical capacity, KV cache and queue saturation, instead of request counts, and by holding the queue where policy can still act on it.</a:t>
            </a:r>
          </a:p>
          <a:p/>
          <a:p>
            <a:r>
              <a:t>Cost is driven by input length and by the autoregressive decode loop. One request can consume orders of magnitude more compute and memory than another at the same request rate.</a:t>
            </a:r>
          </a:p>
          <a:p>
            <a:r>
              <a:t>Noisy neighbor  One tenant with heavy prompts monopolizes key-value (KV) cache and queue space, starving the rest.  </a:t>
            </a:r>
          </a:p>
          <a:p>
            <a:r>
              <a:t>      Scheduling regret  Once a request enters a server's local queue it cannot move, even when a better endpoint frees up.  </a:t>
            </a:r>
          </a:p>
          <a:p>
            <a:r>
              <a:t>      Priority inversion  Model servers batch by arrival, not business priority. Real-time work gets stuck behind offline batches.  </a:t>
            </a:r>
          </a:p>
          <a:p>
            <a:r>
              <a:t>      Resource asymmetry  One huge-context request can outweigh hundreds of small ones. Request counts miss it.</a:t>
            </a:r>
          </a:p>
          <a:p>
            <a:r>
              <a:t>Flow control answers by governing physical capacity, KV cache and queue saturation, instead of request counts, and by holding the queue where policy can still act on it.</a:t>
            </a:r>
          </a:p>
          <a:p>
            <a:r>
              <a:t> Traditional gateways limit requests per second and assume every request costs about the same. </a:t>
            </a:r>
          </a:p>
          <a:p>
            <a:r>
              <a:t>Traditional gateways limit requests per second and assume every request costs about the same. LLM requests break that assumption.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flow control does at the pool</a:t>
            </a:r>
          </a:p>
          <a:p>
            <a:r>
              <a:t>What it does  Where its reach ends</a:t>
            </a:r>
          </a:p>
          <a:p>
            <a:r>
              <a:t>A centralized, policy-aware queue in the Endpoint Picker, in front of the model servers. It enforces priority across traffic classes, fairness across tenants, and ordering within a tenant.</a:t>
            </a:r>
          </a:p>
          <a:p>
            <a:r>
              <a:t>It is work-conserving. If the pool has capacity, it dispatches.</a:t>
            </a:r>
          </a:p>
          <a:p>
            <a:r>
              <a:t>It routes late. A dispatched request lands on the endpoint that just freed up or holds its prefix cache.</a:t>
            </a:r>
          </a:p>
          <a:p>
            <a:r>
              <a:t>More capacity. Flow control decides when and in what order requests dispatch, and it cannot make the pool faster.</a:t>
            </a:r>
          </a:p>
          <a:p>
            <a:r>
              <a:t>When demand exceeds capacity, the wait still exists. Flow control moves it into the Endpoint Picker (EPP) queue and decides where and for whom time to first token is accrued, protecting generation speed for everything already running.</a:t>
            </a:r>
          </a:p>
          <a:p>
            <a:r>
              <a:t>That trade is the honest core of the system. Enabling flow control is an explicit choice to protect time per output token, the reading pace of every stream already in flight, at the price of queue time for new arrivals when the pool is full.</a:t>
            </a:r>
          </a:p>
          <a:p>
            <a:r>
              <a:t>Where the gradient comes from</a:t>
            </a:r>
          </a:p>
          <a:p>
            <a:r>
              <a:t>The saturation number both regimes compare against the ceiling is computed per endpoint, then averaged across the pool. The more constrained resource wins.</a:t>
            </a:r>
          </a:p>
          <a:p>
            <a:r>
              <a:t>plugins/flowcontrol/saturationdetector/utilization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flow control does at the pool</a:t>
            </a:r>
          </a:p>
          <a:p>
            <a:r>
              <a:t>What it does  Where its reach ends</a:t>
            </a:r>
          </a:p>
          <a:p>
            <a:r>
              <a:t>A centralized, policy-aware queue in the Endpoint Picker, in front of the model servers. It enforces priority across traffic classes, fairness across tenants, and ordering within a tenant.</a:t>
            </a:r>
          </a:p>
          <a:p>
            <a:r>
              <a:t>It is work-conserving. If the pool has capacity, it dispatches.</a:t>
            </a:r>
          </a:p>
          <a:p>
            <a:r>
              <a:t>It routes late. A dispatched request lands on the endpoint that just freed up or holds its prefix cache.</a:t>
            </a:r>
          </a:p>
          <a:p>
            <a:r>
              <a:t>More capacity. Flow control decides when and in what order requests dispatch, and it cannot make the pool faster.</a:t>
            </a:r>
          </a:p>
          <a:p>
            <a:r>
              <a:t>When demand exceeds capacity, the wait still exists. Flow control moves it into the Endpoint Picker (EPP) queue and decides where and for whom time to first token is accrued, protecting generation speed for everything already running.</a:t>
            </a:r>
          </a:p>
          <a:p>
            <a:r>
              <a:t>That trade is the honest core of the system. Enabling flow control is an explicit choice to protect time per output token, the reading pace of every stream already in flight, at the price of queue time for new arrivals when the pool is full.</a:t>
            </a:r>
          </a:p>
          <a:p>
            <a:r>
              <a:t>Where the gradient comes from</a:t>
            </a:r>
          </a:p>
          <a:p>
            <a:r>
              <a:t>The saturation number both regimes compare against the ceiling is computed per endpoint, then averaged across the pool. The more constrained resource wins.</a:t>
            </a:r>
          </a:p>
          <a:p>
            <a:r>
              <a:t>plugins/flowcontrol/saturationdetector/utilization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flow control does at the pool</a:t>
            </a:r>
          </a:p>
          <a:p>
            <a:r>
              <a:t>What it does  Where its reach ends</a:t>
            </a:r>
          </a:p>
          <a:p>
            <a:r>
              <a:t>A centralized, policy-aware queue in the Endpoint Picker, in front of the model servers. It enforces priority across traffic classes, fairness across tenants, and ordering within a tenant.</a:t>
            </a:r>
          </a:p>
          <a:p>
            <a:r>
              <a:t>It is work-conserving. If the pool has capacity, it dispatches.</a:t>
            </a:r>
          </a:p>
          <a:p>
            <a:r>
              <a:t>It routes late. A dispatched request lands on the endpoint that just freed up or holds its prefix cache.</a:t>
            </a:r>
          </a:p>
          <a:p>
            <a:r>
              <a:t>More capacity. Flow control decides when and in what order requests dispatch, and it cannot make the pool faster.</a:t>
            </a:r>
          </a:p>
          <a:p>
            <a:r>
              <a:t>When demand exceeds capacity, the wait still exists. Flow control moves it into the Endpoint Picker (EPP) queue and decides where and for whom time to first token is accrued, protecting generation speed for everything already running.</a:t>
            </a:r>
          </a:p>
          <a:p>
            <a:r>
              <a:t>That trade is the honest core of the system. Enabling flow control is an explicit choice to protect time per output token, the reading pace of every stream already in flight, at the price of queue time for new arrivals when the pool is full.</a:t>
            </a:r>
          </a:p>
          <a:p>
            <a:r>
              <a:t>Where the gradient comes from</a:t>
            </a:r>
          </a:p>
          <a:p>
            <a:r>
              <a:t>The saturation number both regimes compare against the ceiling is computed per endpoint, then averaged across the pool. The more constrained resource wins.</a:t>
            </a:r>
          </a:p>
          <a:p>
            <a:r>
              <a:t>plugins/flowcontrol/saturationdetector/utilization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of a request</a:t>
            </a:r>
          </a:p>
          <a:p>
            <a:r>
              <a:t>Five stops between the client and the GPU. The first two classify, the middle two decide, the last one routes.</a:t>
            </a:r>
          </a:p>
          <a:p>
            <a:r>
              <a:t>x-llm-d-inference-objective  and  x-llm-d-inference-fairness-id  are the canonical header names. The older  x-gateway-inference-objective  and  x-gateway-inference-fairness-id  forms are accepted as deprecated aliases.</a:t>
            </a:r>
          </a:p>
          <a:p>
            <a:r>
              <a:t>requestcontrol/director.go  ·  requestcontrol/admission.go  ·  flowcontrol/controller/controller.go</a:t>
            </a:r>
          </a:p>
          <a:p>
            <a:r>
              <a:t>Where priority comes from</a:t>
            </a:r>
          </a:p>
          <a:p>
            <a:r>
              <a:t>The priority half of the FlowKey is resolved, never asserted. The header names an  InferenceObjective , and every lookup failure lands on the same silent default.</a:t>
            </a:r>
          </a:p>
          <a:p>
            <a:r>
              <a:t>requestcontrol/director.go:206–255</a:t>
            </a:r>
          </a:p>
          <a:p/>
          <a:p>
            <a:r>
              <a:t>requestcontrol/director.go  ·  requestcontrol/admission.go  ·  flowcontrol/controller/controller.go</a:t>
            </a:r>
          </a:p>
          <a:p>
            <a:r>
              <a:t>Where priority comes from</a:t>
            </a:r>
          </a:p>
          <a:p>
            <a:r>
              <a:t>The priority half of the FlowKey is resolved, never asserted. The header names an  InferenceObjective , and every lookup failure lands on the same silent default.</a:t>
            </a:r>
          </a:p>
          <a:p>
            <a:r>
              <a:t>requestcontrol/director.go:206–255</a:t>
            </a:r>
          </a:p>
          <a:p>
            <a:r>
              <a:t>Five stops between the client and the GPU. The first two classify, the middle two decide, the last one routes.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of a request</a:t>
            </a:r>
          </a:p>
          <a:p>
            <a:r>
              <a:t>Five stops between the client and the GPU. The first two classify, the middle two decide, the last one routes.</a:t>
            </a:r>
          </a:p>
          <a:p>
            <a:r>
              <a:t>x-llm-d-inference-objective  and  x-llm-d-inference-fairness-id  are the canonical header names. The older  x-gateway-inference-objective  and  x-gateway-inference-fairness-id  forms are accepted as deprecated aliases.</a:t>
            </a:r>
          </a:p>
          <a:p>
            <a:r>
              <a:t>requestcontrol/director.go  ·  requestcontrol/admission.go  ·  flowcontrol/controller/controller.go</a:t>
            </a:r>
          </a:p>
          <a:p>
            <a:r>
              <a:t>Where priority comes from</a:t>
            </a:r>
          </a:p>
          <a:p>
            <a:r>
              <a:t>The priority half of the FlowKey is resolved, never asserted. The header names an  InferenceObjective , and every lookup failure lands on the same silent default.</a:t>
            </a:r>
          </a:p>
          <a:p>
            <a:r>
              <a:t>requestcontrol/director.go:206–255</a:t>
            </a:r>
          </a:p>
          <a:p/>
          <a:p>
            <a:r>
              <a:t>requestcontrol/director.go  ·  requestcontrol/admission.go  ·  flowcontrol/controller/controller.go</a:t>
            </a:r>
          </a:p>
          <a:p>
            <a:r>
              <a:t>Where priority comes from</a:t>
            </a:r>
          </a:p>
          <a:p>
            <a:r>
              <a:t>The priority half of the FlowKey is resolved, never asserted. The header names an  InferenceObjective , and every lookup failure lands on the same silent default.</a:t>
            </a:r>
          </a:p>
          <a:p>
            <a:r>
              <a:t>requestcontrol/director.go:206–255</a:t>
            </a:r>
          </a:p>
          <a:p>
            <a:r>
              <a:t>Five stops between the client and the GPU. The first two classify, the middle two decide, the last one routes.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of a request</a:t>
            </a:r>
          </a:p>
          <a:p>
            <a:r>
              <a:t>Five stops between the client and the GPU. The first two classify, the middle two decide, the last one routes.</a:t>
            </a:r>
          </a:p>
          <a:p>
            <a:r>
              <a:t>x-llm-d-inference-objective  and  x-llm-d-inference-fairness-id  are the canonical header names. The older  x-gateway-inference-objective  and  x-gateway-inference-fairness-id  forms are accepted as deprecated aliases.</a:t>
            </a:r>
          </a:p>
          <a:p>
            <a:r>
              <a:t>requestcontrol/director.go  ·  requestcontrol/admission.go  ·  flowcontrol/controller/controller.go</a:t>
            </a:r>
          </a:p>
          <a:p>
            <a:r>
              <a:t>Where priority comes from</a:t>
            </a:r>
          </a:p>
          <a:p>
            <a:r>
              <a:t>The priority half of the FlowKey is resolved, never asserted. The header names an  InferenceObjective , and every lookup failure lands on the same silent default.</a:t>
            </a:r>
          </a:p>
          <a:p>
            <a:r>
              <a:t>requestcontrol/director.go:206–255</a:t>
            </a:r>
          </a:p>
          <a:p/>
          <a:p>
            <a:r>
              <a:t>requestcontrol/director.go  ·  requestcontrol/admission.go  ·  flowcontrol/controller/controller.go</a:t>
            </a:r>
          </a:p>
          <a:p>
            <a:r>
              <a:t>Where priority comes from</a:t>
            </a:r>
          </a:p>
          <a:p>
            <a:r>
              <a:t>The priority half of the FlowKey is resolved, never asserted. The header names an  InferenceObjective , and every lookup failure lands on the same silent default.</a:t>
            </a:r>
          </a:p>
          <a:p>
            <a:r>
              <a:t>requestcontrol/director.go:206–255</a:t>
            </a:r>
          </a:p>
          <a:p>
            <a:r>
              <a:t>Five stops between the client and the GPU. The first two classify, the middle two decide, the last one routes.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one level up</a:t>
            </a:r>
          </a:p>
          <a:p>
            <a:r>
              <a:t>The journey above happens inside one Endpoint Picker serving a pool of model servers. Late binding is why the queue lives centrally. The endpoint is chosen at dispatch, when the picker knows which server just freed capacity or already holds the request's prefix cache.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one level up</a:t>
            </a:r>
          </a:p>
          <a:p>
            <a:r>
              <a:t>The journey above happens inside one Endpoint Picker serving a pool of model servers. Late binding is why the queue lives centrally. The endpoint is chosen at dispatch, when the picker knows which server just freed capacity or already holds the request's prefix cache.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three-tier decision</a:t>
            </a:r>
          </a:p>
          <a:p>
            <a:r>
              <a:t>Each dispatch cycle answers three questions in strict order. One is fixed, two are pluggable.</a:t>
            </a:r>
          </a:p>
          <a:p>
            <a:r>
              <a:t>Tier  Question  Who decides  Options</a:t>
            </a:r>
          </a:p>
          <a:p>
            <a:r>
              <a:t>1 · Priority   Which band goes first?  Fixed. Highest band with work always wins  Bands come from  InferenceObjective , negative values mark sheddable work</a:t>
            </a:r>
          </a:p>
          <a:p>
            <a:r>
              <a:t>2 · Fairness   Which tenant inside the band?  Fairness policy plugin  Round-robin across tenants, or global strict ordering</a:t>
            </a:r>
          </a:p>
          <a:p>
            <a:r>
              <a:t>3 · Ordering   Which request from that tenant?  Ordering policy plugin  First-come first-served, earliest deadline first, or a deadline from a service-level-objective (SLO) header</a:t>
            </a:r>
          </a:p>
          <a:p>
            <a:r>
              <a:t>Priority is absolute by design. When the pool is saturated, every premium request dispatches before any standard request, and fairness only referees between equals.  If two workloads should compete, put them in the same band. If one should never wait for the other, put them in different bands.</a:t>
            </a:r>
          </a:p>
          <a:p>
            <a:r>
              <a:t>flowcontrol/registry/managedqueue.go  ·  plugins/flowcontrol/fairness  ·  plugins/flowcontrol/ordering</a:t>
            </a:r>
          </a:p>
          <a:p>
            <a:r>
              <a:t>The dispatch cycle</a:t>
            </a:r>
          </a:p>
          <a:p>
            <a:r>
              <a:t>The three tiers run inside a loop that moves exactly one request per pass. The ceiling check comes first, and it can stop everything.</a:t>
            </a:r>
          </a:p>
          <a:p>
            <a:r>
              <a:t>One dispatch per cycle, highest band first. In the benchmarked configuration the ceilings are uniform across bands, so that traversal order is the entire prioritization mechanism.</a:t>
            </a:r>
          </a:p>
          <a:p>
            <a:r>
              <a:t>flowcontrol/controller/internal/processor.go:343–400</a:t>
            </a:r>
          </a:p>
          <a:p/>
          <a:p>
            <a:r>
              <a:t>Priority is absolute by design. When the pool is saturated, every premium request dispatches before any standard request, and fairness only referees between equals.  If two workloads should compete, put them in the same band. If one should never wait for the other, put them in different bands.</a:t>
            </a:r>
          </a:p>
          <a:p>
            <a:r>
              <a:t>flowcontrol/registry/managedqueue.go  ·  plugins/flowcontrol/fairness  ·  plugins/flowcontrol/ordering</a:t>
            </a:r>
          </a:p>
          <a:p>
            <a:r>
              <a:t>The dispatch cycle</a:t>
            </a:r>
          </a:p>
          <a:p>
            <a:r>
              <a:t>The three tiers run inside a loop that moves exactly one request per pass. The ceiling check comes first, and it can stop everything.</a:t>
            </a:r>
          </a:p>
          <a:p>
            <a:r>
              <a:t>flowcontrol/controller/internal/processor.go:343–400</a:t>
            </a:r>
          </a:p>
          <a:p>
            <a:r>
              <a:t>Each dispatch cycle answers three questions in strict order. One is fixed, two are pluggable.</a:t>
            </a:r>
          </a:p>
          <a:p>
            <a:r>
              <a:t>Priority is absolute by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three-tier decision</a:t>
            </a:r>
          </a:p>
          <a:p>
            <a:r>
              <a:t>Each dispatch cycle answers three questions in strict order. One is fixed, two are pluggable.</a:t>
            </a:r>
          </a:p>
          <a:p>
            <a:r>
              <a:t>Tier  Question  Who decides  Options</a:t>
            </a:r>
          </a:p>
          <a:p>
            <a:r>
              <a:t>1 · Priority   Which band goes first?  Fixed. Highest band with work always wins  Bands come from  InferenceObjective , negative values mark sheddable work</a:t>
            </a:r>
          </a:p>
          <a:p>
            <a:r>
              <a:t>2 · Fairness   Which tenant inside the band?  Fairness policy plugin  Round-robin across tenants, or global strict ordering</a:t>
            </a:r>
          </a:p>
          <a:p>
            <a:r>
              <a:t>3 · Ordering   Which request from that tenant?  Ordering policy plugin  First-come first-served, earliest deadline first, or a deadline from a service-level-objective (SLO) header</a:t>
            </a:r>
          </a:p>
          <a:p>
            <a:r>
              <a:t>Priority is absolute by design. When the pool is saturated, every premium request dispatches before any standard request, and fairness only referees between equals.  If two workloads should compete, put them in the same band. If one should never wait for the other, put them in different bands.</a:t>
            </a:r>
          </a:p>
          <a:p>
            <a:r>
              <a:t>flowcontrol/registry/managedqueue.go  ·  plugins/flowcontrol/fairness  ·  plugins/flowcontrol/ordering</a:t>
            </a:r>
          </a:p>
          <a:p>
            <a:r>
              <a:t>The dispatch cycle</a:t>
            </a:r>
          </a:p>
          <a:p>
            <a:r>
              <a:t>The three tiers run inside a loop that moves exactly one request per pass. The ceiling check comes first, and it can stop everything.</a:t>
            </a:r>
          </a:p>
          <a:p>
            <a:r>
              <a:t>One dispatch per cycle, highest band first. In the benchmarked configuration the ceilings are uniform across bands, so that traversal order is the entire prioritization mechanism.</a:t>
            </a:r>
          </a:p>
          <a:p>
            <a:r>
              <a:t>flowcontrol/controller/internal/processor.go:343–400</a:t>
            </a:r>
          </a:p>
          <a:p/>
          <a:p>
            <a:r>
              <a:t>Priority is absolute by design. When the pool is saturated, every premium request dispatches before any standard request, and fairness only referees between equals.  If two workloads should compete, put them in the same band. If one should never wait for the other, put them in different bands.</a:t>
            </a:r>
          </a:p>
          <a:p>
            <a:r>
              <a:t>flowcontrol/registry/managedqueue.go  ·  plugins/flowcontrol/fairness  ·  plugins/flowcontrol/ordering</a:t>
            </a:r>
          </a:p>
          <a:p>
            <a:r>
              <a:t>The dispatch cycle</a:t>
            </a:r>
          </a:p>
          <a:p>
            <a:r>
              <a:t>The three tiers run inside a loop that moves exactly one request per pass. The ceiling check comes first, and it can stop everything.</a:t>
            </a:r>
          </a:p>
          <a:p>
            <a:r>
              <a:t>flowcontrol/controller/internal/processor.go:343–400</a:t>
            </a:r>
          </a:p>
          <a:p>
            <a:r>
              <a:t>Each dispatch cycle answers three questions in strict order. One is fixed, two are pluggable.</a:t>
            </a:r>
          </a:p>
          <a:p>
            <a:r>
              <a:t>Priority is absolute by design.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policies under the same burst</a:t>
            </a:r>
          </a:p>
          <a:p>
            <a:r>
              <a:t>Round-robin's unit of fairness is the dispatch turn. Global-strict has no unit at all; it melts the band into one arrival-ordered queue.</a:t>
            </a:r>
          </a:p>
          <a:p>
            <a:r>
              <a:t>Same tenants, opposite outcome. Round-robin bounds the burster's share of dispatches; global-strict hands the band to it. To see fairness in data, measure per-tenant served share — latency alone hides it.  A third registered policy,  program-aware-fairness , exists but is not covered here.</a:t>
            </a:r>
          </a:p>
          <a:p>
            <a:r>
              <a:t>plugins/flowcontrol/fairness/roundrobin  ·  plugins/flowcontrol/fairness/globalstrict</a:t>
            </a:r>
          </a:p>
          <a:p/>
          <a:p>
            <a:r>
              <a:t>plugins/flowcontrol/fairness/roundrobin  ·  plugins/flowcontrol/fairness/globalstrict</a:t>
            </a:r>
          </a:p>
          <a:p>
            <a:r>
              <a:t>Round-robin's unit of fairness is the dispatch turn. Global-strict has no unit at all; it melts the band into one arrival-ordered queue.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policies under the same burst</a:t>
            </a:r>
          </a:p>
          <a:p>
            <a:r>
              <a:t>Round-robin's unit of fairness is the dispatch turn. Global-strict has no unit at all; it melts the band into one arrival-ordered queue.</a:t>
            </a:r>
          </a:p>
          <a:p>
            <a:r>
              <a:t>Same tenants, opposite outcome. Round-robin bounds the burster's share of dispatches; global-strict hands the band to it. To see fairness in data, measure per-tenant served share — latency alone hides it.  A third registered policy,  program-aware-fairness , exists but is not covered here.</a:t>
            </a:r>
          </a:p>
          <a:p>
            <a:r>
              <a:t>plugins/flowcontrol/fairness/roundrobin  ·  plugins/flowcontrol/fairness/globalstrict</a:t>
            </a:r>
          </a:p>
          <a:p/>
          <a:p>
            <a:r>
              <a:t>plugins/flowcontrol/fairness/roundrobin  ·  plugins/flowcontrol/fairness/globalstrict</a:t>
            </a:r>
          </a:p>
          <a:p>
            <a:r>
              <a:t>Round-robin's unit of fairness is the dispatch turn. Global-strict has no unit at all; it melts the band into one arrival-ordered queue.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policies under the same burst</a:t>
            </a:r>
          </a:p>
          <a:p>
            <a:r>
              <a:t>Round-robin's unit of fairness is the dispatch turn. Global-strict has no unit at all; it melts the band into one arrival-ordered queue.</a:t>
            </a:r>
          </a:p>
          <a:p>
            <a:r>
              <a:t>Same tenants, opposite outcome. Round-robin bounds the burster's share of dispatches; global-strict hands the band to it. To see fairness in data, measure per-tenant served share — latency alone hides it.  A third registered policy,  program-aware-fairness , exists but is not covered here.</a:t>
            </a:r>
          </a:p>
          <a:p>
            <a:r>
              <a:t>plugins/flowcontrol/fairness/roundrobin  ·  plugins/flowcontrol/fairness/globalstrict</a:t>
            </a:r>
          </a:p>
          <a:p/>
          <a:p>
            <a:r>
              <a:t>plugins/flowcontrol/fairness/roundrobin  ·  plugins/flowcontrol/fairness/globalstrict</a:t>
            </a:r>
          </a:p>
          <a:p>
            <a:r>
              <a:t>Round-robin's unit of fairness is the dispatch turn. Global-strict has no unit at all; it melts the band into one arrival-ordered queue.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ordering policies, same queue</a:t>
            </a:r>
          </a:p>
          <a:p>
            <a:r>
              <a:t>The same four waiting requests can be served in three different orders, depending on which signal the policy reads.</a:t>
            </a:r>
          </a:p>
          <a:p>
            <a:r>
              <a:t>Ordering acts inside one tenant's queue. Fairness decides between tenants; ordering decides within one.</a:t>
            </a:r>
          </a:p>
          <a:p>
            <a:r>
              <a:t>plugins/flowcontrol/ordering  · fcfs · edf · slodeadline</a:t>
            </a:r>
          </a:p>
          <a:p/>
          <a:p>
            <a:r>
              <a:t>plugins/flowcontrol/ordering  · fcfs · edf · slodeadline</a:t>
            </a:r>
          </a:p>
          <a:p>
            <a:r>
              <a:t>The same four waiting requests can be served in three different orders, depending on which signal the policy reads.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ordering policies, same queue</a:t>
            </a:r>
          </a:p>
          <a:p>
            <a:r>
              <a:t>The same four waiting requests can be served in three different orders, depending on which signal the policy reads.</a:t>
            </a:r>
          </a:p>
          <a:p>
            <a:r>
              <a:t>Ordering acts inside one tenant's queue. Fairness decides between tenants; ordering decides within one.</a:t>
            </a:r>
          </a:p>
          <a:p>
            <a:r>
              <a:t>plugins/flowcontrol/ordering  · fcfs · edf · slodeadline</a:t>
            </a:r>
          </a:p>
          <a:p/>
          <a:p>
            <a:r>
              <a:t>plugins/flowcontrol/ordering  · fcfs · edf · slodeadline</a:t>
            </a:r>
          </a:p>
          <a:p>
            <a:r>
              <a:t>The same four waiting requests can be served in three different orders, depending on which signal the policy reads.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Tenants inside a band</a:t>
            </a:r>
          </a:p>
          <a:p>
            <a:r>
              <a:t>A tenant's queue is born on its first request, held open by a lease, and collected when idle. There is no tenant registry to maintain.</a:t>
            </a:r>
          </a:p>
          <a:p>
            <a:r>
              <a:t>Tenants appear, serve, and vanish on their own. Idle bands are collected the same way, on their own timeout.</a:t>
            </a:r>
          </a:p>
          <a:p>
            <a:r>
              <a:t>flowcontrol/registry/leasing.go  ·  flowcontrol/registry/managedqueue.go</a:t>
            </a:r>
          </a:p>
          <a:p/>
          <a:p>
            <a:r>
              <a:t>flowcontrol/registry/leasing.go  ·  flowcontrol/registry/managedqueue.go</a:t>
            </a:r>
          </a:p>
          <a:p>
            <a:r>
              <a:t>A tenant's queue is born on its first request, held open by a lease, and collected when idle. There is no tenant registry to maintain.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Tenants inside a band</a:t>
            </a:r>
          </a:p>
          <a:p>
            <a:r>
              <a:t>A tenant's queue is born on its first request, held open by a lease, and collected when idle. There is no tenant registry to maintain.</a:t>
            </a:r>
          </a:p>
          <a:p>
            <a:r>
              <a:t>Tenants appear, serve, and vanish on their own. Idle bands are collected the same way, on their own timeout.</a:t>
            </a:r>
          </a:p>
          <a:p>
            <a:r>
              <a:t>flowcontrol/registry/leasing.go  ·  flowcontrol/registry/managedqueue.go</a:t>
            </a:r>
          </a:p>
          <a:p/>
          <a:p>
            <a:r>
              <a:t>flowcontrol/registry/leasing.go  ·  flowcontrol/registry/managedqueue.go</a:t>
            </a:r>
          </a:p>
          <a:p>
            <a:r>
              <a:t>A tenant's queue is born on its first request, held open by a lease, and collected when idle. There is no tenant registry to maintain.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waiting goes</a:t>
            </a:r>
          </a:p>
          <a:p>
            <a:r>
              <a:t>When demand exceeds capacity, the wait has to land somewhere. There are only two places, and only one of them obeys policy.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waiting goes</a:t>
            </a:r>
          </a:p>
          <a:p>
            <a:r>
              <a:t>When demand exceeds capacity, the wait has to land somewhere. There are only two places, and only one of them obeys policy.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policy guarantees</a:t>
            </a:r>
          </a:p>
          <a:p>
            <a:r>
              <a:t>Each tier leaves a fingerprint you can measure on your own pool.</a:t>
            </a:r>
          </a:p>
          <a:p>
            <a:r>
              <a:t>Priority</a:t>
            </a:r>
          </a:p>
          <a:p>
            <a:r>
              <a:t>A latency-sensitive class stays fast through a surge it did not cause. The lower class absorbs the queue.</a:t>
            </a:r>
          </a:p>
          <a:p>
            <a:r>
              <a:t>Fairness</a:t>
            </a:r>
          </a:p>
          <a:p>
            <a:r>
              <a:t>Tenants at equal load within a band are treated identically, without anyone tuning per-tenant rate limits.</a:t>
            </a:r>
          </a:p>
          <a:p>
            <a:r>
              <a:t>Cost assignment</a:t>
            </a:r>
          </a:p>
          <a:p>
            <a:r>
              <a:t>The tenant that creates the pressure carries the most queue time. The wait is assigned, not ambient.</a:t>
            </a:r>
          </a:p>
          <a:p>
            <a:r>
              <a:t>Sheddable isolation</a:t>
            </a:r>
          </a:p>
          <a:p>
            <a:r>
              <a:t>Batch traffic can dominate arrivals and still absorb the waiting instead of causing it, inside a bounded queue.</a:t>
            </a:r>
          </a:p>
          <a:p>
            <a:r>
              <a:t>Absolute latencies always track your hardware, model, and tuning. The pattern is the guarantee.  Targets hold while capacity lasts. Past capacity the policy, not arrival order, decides who waits.</a:t>
            </a:r>
          </a:p>
          <a:p/>
          <a:p>
            <a:r>
              <a:t>Priority  A latency-sensitive class stays fast through a surge it did not cause. The lower class absorbs the queue.  </a:t>
            </a:r>
          </a:p>
          <a:p>
            <a:r>
              <a:t>      Fairness  Tenants at equal load within a band are treated identically, without anyone tuning per-tenant rate limits.  </a:t>
            </a:r>
          </a:p>
          <a:p>
            <a:r>
              <a:t>      Cost assignment  The tenant that creates the pressure carries the most queue time. The wait is assigned, not ambient.  </a:t>
            </a:r>
          </a:p>
          <a:p>
            <a:r>
              <a:t>      Sheddable isolation  Batch traffic can dominate arrivals and still absorb the waiting instead of causing it, inside a bounded queue.</a:t>
            </a:r>
          </a:p>
          <a:p>
            <a:r>
              <a:t>Absolute latencies always track your hardware, model, and tuning. The pattern is the guarantee.  Targets hold while capacity lasts. Past capacity the policy, not arrival order, decides who waits.</a:t>
            </a:r>
          </a:p>
          <a:p>
            <a:r>
              <a:t>Absolute latencies always track your hardware, model, and tuning.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requests are refused</a:t>
            </a:r>
          </a:p>
          <a:p>
            <a:r>
              <a:t>Flow control fails loudly and specifically. Every refusal carries a reason on the wire in the  x-llm-d-request-dropped-reason  header.</a:t>
            </a:r>
          </a:p>
          <a:p>
            <a:r>
              <a:t>Inside the Endpoint Picker, every request ends in one of six terminal outcomes. The wire table below is how those outcomes reach the client.</a:t>
            </a:r>
          </a:p>
          <a:p>
            <a:r>
              <a:t>flowcontrol/types/outcomes.go  ·  flowcontrol/eviction/request_evictor.go</a:t>
            </a:r>
          </a:p>
          <a:p>
            <a:r>
              <a:t>What happened  Status  Reason on the wire</a:t>
            </a:r>
          </a:p>
          <a:p>
            <a:r>
              <a:t>A band's queue limit was hit, controlled load shedding  429   rejected-saturated</a:t>
            </a:r>
          </a:p>
          <a:p>
            <a:r>
              <a:t>A request waited past its TTL  503   rejected-ttl-expired</a:t>
            </a:r>
          </a:p>
          <a:p>
            <a:r>
              <a:t>The client disconnected while queued  503   rejected-context-cancelled</a:t>
            </a:r>
          </a:p>
          <a:p>
            <a:r>
              <a:t>Graceful shutdown drained the queue, retryable  503   rejected-shutting-down</a:t>
            </a:r>
          </a:p>
          <a:p>
            <a:r>
              <a:t>Queues are in-memory. If the EPP itself dies, the default llm-d configuration fails open, Envoy routes directly to the servers, and requests keep flowing without protection until the EPP returns.</a:t>
            </a:r>
          </a:p>
          <a:p>
            <a:r>
              <a:t>flowcontrol/types/outcomes.go  ·  requestcontrol/admission.go</a:t>
            </a:r>
          </a:p>
          <a:p/>
          <a:p>
            <a:r>
              <a:t>Inside the Endpoint Picker, every request ends in one of six terminal outcomes. The wire table below is how those outcomes reach the client.</a:t>
            </a:r>
          </a:p>
          <a:p>
            <a:r>
              <a:t>flowcontrol/types/outcomes.go  ·  flowcontrol/eviction/request_evictor.go</a:t>
            </a:r>
          </a:p>
          <a:p>
            <a:r>
              <a:t>Queues are in-memory. If the EPP itself dies, the default llm-d configuration fails open, Envoy routes directly to the servers, and requests keep flowing without protection until the EPP returns.</a:t>
            </a:r>
          </a:p>
          <a:p>
            <a:r>
              <a:t>flowcontrol/types/outcomes.go  ·  requestcontrol/admission.go</a:t>
            </a:r>
          </a:p>
          <a:p>
            <a:r>
              <a:t>Flow control fails loudly and specifically. Every refusal carries a reason on the wire in the  x-llm-d-request-dropped-reason  header.</a:t>
            </a:r>
          </a:p>
          <a:p>
            <a:r>
              <a:t>Queues are in-memory.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requests are refused</a:t>
            </a:r>
          </a:p>
          <a:p>
            <a:r>
              <a:t>Flow control fails loudly and specifically. Every refusal carries a reason on the wire in the  x-llm-d-request-dropped-reason  header.</a:t>
            </a:r>
          </a:p>
          <a:p>
            <a:r>
              <a:t>Inside the Endpoint Picker, every request ends in one of six terminal outcomes. The wire table below is how those outcomes reach the client.</a:t>
            </a:r>
          </a:p>
          <a:p>
            <a:r>
              <a:t>flowcontrol/types/outcomes.go  ·  flowcontrol/eviction/request_evictor.go</a:t>
            </a:r>
          </a:p>
          <a:p>
            <a:r>
              <a:t>What happened  Status  Reason on the wire</a:t>
            </a:r>
          </a:p>
          <a:p>
            <a:r>
              <a:t>A band's queue limit was hit, controlled load shedding  429   rejected-saturated</a:t>
            </a:r>
          </a:p>
          <a:p>
            <a:r>
              <a:t>A request waited past its TTL  503   rejected-ttl-expired</a:t>
            </a:r>
          </a:p>
          <a:p>
            <a:r>
              <a:t>The client disconnected while queued  503   rejected-context-cancelled</a:t>
            </a:r>
          </a:p>
          <a:p>
            <a:r>
              <a:t>Graceful shutdown drained the queue, retryable  503   rejected-shutting-down</a:t>
            </a:r>
          </a:p>
          <a:p>
            <a:r>
              <a:t>Queues are in-memory. If the EPP itself dies, the default llm-d configuration fails open, Envoy routes directly to the servers, and requests keep flowing without protection until the EPP returns.</a:t>
            </a:r>
          </a:p>
          <a:p>
            <a:r>
              <a:t>flowcontrol/types/outcomes.go  ·  requestcontrol/admission.go</a:t>
            </a:r>
          </a:p>
          <a:p/>
          <a:p>
            <a:r>
              <a:t>Inside the Endpoint Picker, every request ends in one of six terminal outcomes. The wire table below is how those outcomes reach the client.</a:t>
            </a:r>
          </a:p>
          <a:p>
            <a:r>
              <a:t>flowcontrol/types/outcomes.go  ·  flowcontrol/eviction/request_evictor.go</a:t>
            </a:r>
          </a:p>
          <a:p>
            <a:r>
              <a:t>Queues are in-memory. If the EPP itself dies, the default llm-d configuration fails open, Envoy routes directly to the servers, and requests keep flowing without protection until the EPP returns.</a:t>
            </a:r>
          </a:p>
          <a:p>
            <a:r>
              <a:t>flowcontrol/types/outcomes.go  ·  requestcontrol/admission.go</a:t>
            </a:r>
          </a:p>
          <a:p>
            <a:r>
              <a:t>Flow control fails loudly and specifically. Every refusal carries a reason on the wire in the  x-llm-d-request-dropped-reason  header.</a:t>
            </a:r>
          </a:p>
          <a:p>
            <a:r>
              <a:t>Queues are in-memory.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requests are refused</a:t>
            </a:r>
          </a:p>
          <a:p>
            <a:r>
              <a:t>Flow control fails loudly and specifically. Every refusal carries a reason on the wire in the  x-llm-d-request-dropped-reason  header.</a:t>
            </a:r>
          </a:p>
          <a:p>
            <a:r>
              <a:t>Inside the Endpoint Picker, every request ends in one of six terminal outcomes. The wire table below is how those outcomes reach the client.</a:t>
            </a:r>
          </a:p>
          <a:p>
            <a:r>
              <a:t>flowcontrol/types/outcomes.go  ·  flowcontrol/eviction/request_evictor.go</a:t>
            </a:r>
          </a:p>
          <a:p>
            <a:r>
              <a:t>What happened  Status  Reason on the wire</a:t>
            </a:r>
          </a:p>
          <a:p>
            <a:r>
              <a:t>A band's queue limit was hit, controlled load shedding  429   rejected-saturated</a:t>
            </a:r>
          </a:p>
          <a:p>
            <a:r>
              <a:t>A request waited past its TTL  503   rejected-ttl-expired</a:t>
            </a:r>
          </a:p>
          <a:p>
            <a:r>
              <a:t>The client disconnected while queued  503   rejected-context-cancelled</a:t>
            </a:r>
          </a:p>
          <a:p>
            <a:r>
              <a:t>Graceful shutdown drained the queue, retryable  503   rejected-shutting-down</a:t>
            </a:r>
          </a:p>
          <a:p>
            <a:r>
              <a:t>Queues are in-memory. If the EPP itself dies, the default llm-d configuration fails open, Envoy routes directly to the servers, and requests keep flowing without protection until the EPP returns.</a:t>
            </a:r>
          </a:p>
          <a:p>
            <a:r>
              <a:t>flowcontrol/types/outcomes.go  ·  requestcontrol/admission.go</a:t>
            </a:r>
          </a:p>
          <a:p/>
          <a:p>
            <a:r>
              <a:t>Inside the Endpoint Picker, every request ends in one of six terminal outcomes. The wire table below is how those outcomes reach the client.</a:t>
            </a:r>
          </a:p>
          <a:p>
            <a:r>
              <a:t>flowcontrol/types/outcomes.go  ·  flowcontrol/eviction/request_evictor.go</a:t>
            </a:r>
          </a:p>
          <a:p>
            <a:r>
              <a:t>Queues are in-memory. If the EPP itself dies, the default llm-d configuration fails open, Envoy routes directly to the servers, and requests keep flowing without protection until the EPP returns.</a:t>
            </a:r>
          </a:p>
          <a:p>
            <a:r>
              <a:t>flowcontrol/types/outcomes.go  ·  requestcontrol/admission.go</a:t>
            </a:r>
          </a:p>
          <a:p>
            <a:r>
              <a:t>Flow control fails loudly and specifically. Every refusal carries a reason on the wire in the  x-llm-d-request-dropped-reason  header.</a:t>
            </a:r>
          </a:p>
          <a:p>
            <a:r>
              <a:t>Queues are in-memory.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configuration surface</a:t>
            </a:r>
          </a:p>
          <a:p>
            <a:r>
              <a:t>Default is what runs when you set nothing; benchmarked is what the measured configuration set. The cap that actually binds is the per-band 1 GB, never the 10 GiB global.</a:t>
            </a:r>
          </a:p>
          <a:p>
            <a:r>
              <a:t>Setting  Default  Benchmarked</a:t>
            </a:r>
          </a:p>
          <a:p>
            <a:r>
              <a:t>priorityBands[].priority   —  100 / 0 / −10</a:t>
            </a:r>
          </a:p>
          <a:p>
            <a:r>
              <a:t>fairnessPolicyRef  (per band)   global-strict    round-robin</a:t>
            </a:r>
          </a:p>
          <a:p>
            <a:r>
              <a:t>orderingPolicyRef  (per band)   fcfs    fcfs</a:t>
            </a:r>
          </a:p>
          <a:p>
            <a:r>
              <a:t>maxBytes  (per band)  1 GB each — the cap that binds  unset → 1 GB × 3 bands</a:t>
            </a:r>
          </a:p>
          <a:p>
            <a:r>
              <a:t>maxBytes  (global)  —  10 GiB · never binds</a:t>
            </a:r>
          </a:p>
          <a:p>
            <a:r>
              <a:t>maxRequests   unlimited  unset</a:t>
            </a:r>
          </a:p>
          <a:p>
            <a:r>
              <a:t>defaultRequestTTL   0 · client context only  60s</a:t>
            </a:r>
          </a:p>
          <a:p>
            <a:r>
              <a:t>expiryCleanupInterval   1s  1s</a:t>
            </a:r>
          </a:p>
          <a:p>
            <a:r>
              <a:t>saturationDetector.queueDepthThreshold   —  4</a:t>
            </a:r>
          </a:p>
          <a:p>
            <a:r>
              <a:t>saturationDetector.kvCacheUtilThreshold   —  0.80</a:t>
            </a:r>
          </a:p>
          <a:p>
            <a:r>
              <a:t>usageLimitPolicy  threshold  1.0 · no gating  1.0</a:t>
            </a:r>
          </a:p>
          <a:p>
            <a:r>
              <a:t>flowGCTimeout  ·  priorityBandGCTimeout   idle flows and bands collected  defaults</a:t>
            </a:r>
          </a:p>
          <a:p>
            <a:r>
              <a:t>flowcontrol/controller/config.go  ·  flowcontrol/registry/config.go</a:t>
            </a:r>
          </a:p>
          <a:p/>
          <a:p>
            <a:r>
              <a:t>flowcontrol/controller/config.go  ·  flowcontrol/registry/config.go</a:t>
            </a:r>
          </a:p>
          <a:p>
            <a:r>
              <a:t>Default is what runs when you set nothing; benchmarked is what the measured configuration set. The cap that actually binds is the per-band 1 GB, never the 10 GiB global.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configuration surface</a:t>
            </a:r>
          </a:p>
          <a:p>
            <a:r>
              <a:t>Default is what runs when you set nothing; benchmarked is what the measured configuration set. The cap that actually binds is the per-band 1 GB, never the 10 GiB global.</a:t>
            </a:r>
          </a:p>
          <a:p>
            <a:r>
              <a:t>Setting  Default  Benchmarked</a:t>
            </a:r>
          </a:p>
          <a:p>
            <a:r>
              <a:t>priorityBands[].priority   —  100 / 0 / −10</a:t>
            </a:r>
          </a:p>
          <a:p>
            <a:r>
              <a:t>fairnessPolicyRef  (per band)   global-strict    round-robin</a:t>
            </a:r>
          </a:p>
          <a:p>
            <a:r>
              <a:t>orderingPolicyRef  (per band)   fcfs    fcfs</a:t>
            </a:r>
          </a:p>
          <a:p>
            <a:r>
              <a:t>maxBytes  (per band)  1 GB each — the cap that binds  unset → 1 GB × 3 bands</a:t>
            </a:r>
          </a:p>
          <a:p>
            <a:r>
              <a:t>maxBytes  (global)  —  10 GiB · never binds</a:t>
            </a:r>
          </a:p>
          <a:p>
            <a:r>
              <a:t>maxRequests   unlimited  unset</a:t>
            </a:r>
          </a:p>
          <a:p>
            <a:r>
              <a:t>defaultRequestTTL   0 · client context only  60s</a:t>
            </a:r>
          </a:p>
          <a:p>
            <a:r>
              <a:t>expiryCleanupInterval   1s  1s</a:t>
            </a:r>
          </a:p>
          <a:p>
            <a:r>
              <a:t>saturationDetector.queueDepthThreshold   —  4</a:t>
            </a:r>
          </a:p>
          <a:p>
            <a:r>
              <a:t>saturationDetector.kvCacheUtilThreshold   —  0.80</a:t>
            </a:r>
          </a:p>
          <a:p>
            <a:r>
              <a:t>usageLimitPolicy  threshold  1.0 · no gating  1.0</a:t>
            </a:r>
          </a:p>
          <a:p>
            <a:r>
              <a:t>flowGCTimeout  ·  priorityBandGCTimeout   idle flows and bands collected  defaults</a:t>
            </a:r>
          </a:p>
          <a:p>
            <a:r>
              <a:t>flowcontrol/controller/config.go  ·  flowcontrol/registry/config.go</a:t>
            </a:r>
          </a:p>
          <a:p/>
          <a:p>
            <a:r>
              <a:t>flowcontrol/controller/config.go  ·  flowcontrol/registry/config.go</a:t>
            </a:r>
          </a:p>
          <a:p>
            <a:r>
              <a:t>Default is what runs when you set nothing; benchmarked is what the measured configuration set. The cap that actually binds is the per-band 1 GB, never the 10 GiB global.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knobs together</a:t>
            </a:r>
          </a:p>
          <a:p>
            <a:r>
              <a:t>No knob acts alone. You choose a posture, and the posture implies the stack.</a:t>
            </a:r>
          </a:p>
          <a:p>
            <a:r>
              <a:t>Multi-tenant isolation  · benchmarked</a:t>
            </a:r>
          </a:p>
          <a:p>
            <a:r>
              <a:t>bands  round-robin + fcfs</a:t>
            </a:r>
          </a:p>
          <a:p>
            <a:r>
              <a:t>detector  utilization · 4 / 0.80</a:t>
            </a:r>
          </a:p>
          <a:p>
            <a:r>
              <a:t>queue  TTL 60s · ~1 GB per band</a:t>
            </a:r>
          </a:p>
          <a:p>
            <a:r>
              <a:t>Buys  per-tenant turns in every band, floods absorbed with zero rejections.</a:t>
            </a:r>
          </a:p>
          <a:p>
            <a:r>
              <a:t>Costs  no latency help among equals; memory held while work waits.</a:t>
            </a:r>
          </a:p>
          <a:p>
            <a:r>
              <a:t>SLO-driven interactive</a:t>
            </a:r>
          </a:p>
          <a:p>
            <a:r>
              <a:t>bands  global-strict + slodeadline</a:t>
            </a:r>
          </a:p>
          <a:p>
            <a:r>
              <a:t>detector  concurrency · maxConcurrency</a:t>
            </a:r>
          </a:p>
          <a:p>
            <a:r>
              <a:t>queue  short TTL</a:t>
            </a:r>
          </a:p>
          <a:p>
            <a:r>
              <a:t>Buys  the only in-flight cap — the latency lever — plus per-request time-to-first-token targets from headers.</a:t>
            </a:r>
          </a:p>
          <a:p>
            <a:r>
              <a:t>Costs  throughput sacrificed to the cap; clients must set the SLO header.</a:t>
            </a:r>
          </a:p>
          <a:p>
            <a:r>
              <a:t>Batch-heavy consolidation</a:t>
            </a:r>
          </a:p>
          <a:p>
            <a:r>
              <a:t>bands  per-band maxBytes / maxRequests</a:t>
            </a:r>
          </a:p>
          <a:p>
            <a:r>
              <a:t>detector  utilization</a:t>
            </a:r>
          </a:p>
          <a:p>
            <a:r>
              <a:t>queue  long TTL on the batch band</a:t>
            </a:r>
          </a:p>
          <a:p>
            <a:r>
              <a:t>Buys  a bounded appetite — batch cannot eat the shared queue budget.</a:t>
            </a:r>
          </a:p>
          <a:p>
            <a:r>
              <a:t>Costs  the capped band rejects earlier, by design.</a:t>
            </a:r>
          </a:p>
          <a:p>
            <a:r>
              <a:t>Max throughput, minimum machinery</a:t>
            </a:r>
          </a:p>
          <a:p>
            <a:r>
              <a:t>bands  global-strict + fcfs · defaults</a:t>
            </a:r>
          </a:p>
          <a:p>
            <a:r>
              <a:t>detector  utilization · defaults</a:t>
            </a:r>
          </a:p>
          <a:p>
            <a:r>
              <a:t>ceiling  usage-limit 1.0 · no gating</a:t>
            </a:r>
          </a:p>
          <a:p>
            <a:r>
              <a:t>Buys  strict arrival order at the lowest overhead.</a:t>
            </a:r>
          </a:p>
          <a:p>
            <a:r>
              <a:t>Costs  a burster wins share by volume; no isolation anywhere.</a:t>
            </a:r>
          </a:p>
          <a:p>
            <a:r>
              <a:t>Policies compose per band — a premium band can run  slodeadline  while batch runs  fcfs . A usage-limit threshold below 1.0 reserves headroom in any posture.</a:t>
            </a:r>
          </a:p>
          <a:p/>
          <a:p>
            <a:r>
              <a:t>Policies compose per band — a premium band can run  slodeadline  while batch runs  fcfs . A usage-limit threshold below 1.0 reserves headroom in any posture.</a:t>
            </a:r>
          </a:p>
          <a:p>
            <a:r>
              <a:t>No knob acts alone. You choose a posture, and the posture implies the stack.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knobs together</a:t>
            </a:r>
          </a:p>
          <a:p>
            <a:r>
              <a:t>No knob acts alone. You choose a posture, and the posture implies the stack.</a:t>
            </a:r>
          </a:p>
          <a:p>
            <a:r>
              <a:t>Multi-tenant isolation  · benchmarked</a:t>
            </a:r>
          </a:p>
          <a:p>
            <a:r>
              <a:t>bands  round-robin + fcfs</a:t>
            </a:r>
          </a:p>
          <a:p>
            <a:r>
              <a:t>detector  utilization · 4 / 0.80</a:t>
            </a:r>
          </a:p>
          <a:p>
            <a:r>
              <a:t>queue  TTL 60s · ~1 GB per band</a:t>
            </a:r>
          </a:p>
          <a:p>
            <a:r>
              <a:t>Buys  per-tenant turns in every band, floods absorbed with zero rejections.</a:t>
            </a:r>
          </a:p>
          <a:p>
            <a:r>
              <a:t>Costs  no latency help among equals; memory held while work waits.</a:t>
            </a:r>
          </a:p>
          <a:p>
            <a:r>
              <a:t>SLO-driven interactive</a:t>
            </a:r>
          </a:p>
          <a:p>
            <a:r>
              <a:t>bands  global-strict + slodeadline</a:t>
            </a:r>
          </a:p>
          <a:p>
            <a:r>
              <a:t>detector  concurrency · maxConcurrency</a:t>
            </a:r>
          </a:p>
          <a:p>
            <a:r>
              <a:t>queue  short TTL</a:t>
            </a:r>
          </a:p>
          <a:p>
            <a:r>
              <a:t>Buys  the only in-flight cap — the latency lever — plus per-request time-to-first-token targets from headers.</a:t>
            </a:r>
          </a:p>
          <a:p>
            <a:r>
              <a:t>Costs  throughput sacrificed to the cap; clients must set the SLO header.</a:t>
            </a:r>
          </a:p>
          <a:p>
            <a:r>
              <a:t>Batch-heavy consolidation</a:t>
            </a:r>
          </a:p>
          <a:p>
            <a:r>
              <a:t>bands  per-band maxBytes / maxRequests</a:t>
            </a:r>
          </a:p>
          <a:p>
            <a:r>
              <a:t>detector  utilization</a:t>
            </a:r>
          </a:p>
          <a:p>
            <a:r>
              <a:t>queue  long TTL on the batch band</a:t>
            </a:r>
          </a:p>
          <a:p>
            <a:r>
              <a:t>Buys  a bounded appetite — batch cannot eat the shared queue budget.</a:t>
            </a:r>
          </a:p>
          <a:p>
            <a:r>
              <a:t>Costs  the capped band rejects earlier, by design.</a:t>
            </a:r>
          </a:p>
          <a:p>
            <a:r>
              <a:t>Max throughput, minimum machinery</a:t>
            </a:r>
          </a:p>
          <a:p>
            <a:r>
              <a:t>bands  global-strict + fcfs · defaults</a:t>
            </a:r>
          </a:p>
          <a:p>
            <a:r>
              <a:t>detector  utilization · defaults</a:t>
            </a:r>
          </a:p>
          <a:p>
            <a:r>
              <a:t>ceiling  usage-limit 1.0 · no gating</a:t>
            </a:r>
          </a:p>
          <a:p>
            <a:r>
              <a:t>Buys  strict arrival order at the lowest overhead.</a:t>
            </a:r>
          </a:p>
          <a:p>
            <a:r>
              <a:t>Costs  a burster wins share by volume; no isolation anywhere.</a:t>
            </a:r>
          </a:p>
          <a:p>
            <a:r>
              <a:t>Policies compose per band — a premium band can run  slodeadline  while batch runs  fcfs . A usage-limit threshold below 1.0 reserves headroom in any posture.</a:t>
            </a:r>
          </a:p>
          <a:p/>
          <a:p>
            <a:r>
              <a:t>Policies compose per band — a premium band can run  slodeadline  while batch runs  fcfs . A usage-limit threshold below 1.0 reserves headroom in any posture.</a:t>
            </a:r>
          </a:p>
          <a:p>
            <a:r>
              <a:t>No knob acts alone. You choose a posture, and the posture implies the stack.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 it</a:t>
            </a:r>
          </a:p>
          <a:p>
            <a:r>
              <a:t>The knobs that matter</a:t>
            </a:r>
          </a:p>
          <a:p>
            <a:r>
              <a:t>Band priorities  in  InferenceObjective  map business tiers to dispatch order.  Per-band limits  bound how much low-priority work can queue.</a:t>
            </a:r>
          </a:p>
          <a:p>
            <a:r>
              <a:t>Request TTL  caps how stale queued work can get.</a:t>
            </a:r>
          </a:p>
          <a:p>
            <a:r>
              <a:t>The saturation detector's threshold  sets the healthy buffer, deep enough that batching never starves, shallow enough that the queue stays where policy lives. It is a trigger, not a queue cap.</a:t>
            </a:r>
          </a:p>
          <a:p>
            <a:r>
              <a:t>What to watch</a:t>
            </a:r>
          </a:p>
          <a:p>
            <a:r>
              <a:t>pool_saturation  is the detector's gradient; dispatch halts when it reaches the ceiling.</a:t>
            </a:r>
          </a:p>
          <a:p>
            <a:r>
              <a:t>queue_size  per tenant and band tells you who is waiting and how much. The same depth is a true-demand signal an autoscaler can act on.</a:t>
            </a:r>
          </a:p>
          <a:p>
            <a:r>
              <a:t>Proving it is on</a:t>
            </a:r>
          </a:p>
          <a:p>
            <a:r>
              <a:t>Two metric checks make the queueing visible. Anything less measures light load.</a:t>
            </a:r>
          </a:p>
          <a:p>
            <a:r>
              <a:t>Check  Where  Pass when</a:t>
            </a:r>
          </a:p>
          <a:p>
            <a:r>
              <a:t>Priority routing  Endpoint Picker  /metrics    queue_duration  with  priority="100"  is present, so premium requests really carry their band</a:t>
            </a:r>
          </a:p>
          <a:p>
            <a:r>
              <a:t>Queues active  vLLM pod  /metrics    num_requests_running  sits at the cap and  num_requests_waiting  is above zero</a:t>
            </a:r>
          </a:p>
          <a:p>
            <a:r>
              <a:t>metrics/metrics.go  ·  flowcontrol/controller/internal/processor.go</a:t>
            </a:r>
          </a:p>
          <a:p>
            <a:r>
              <a:t>One sweep per hardware and model pair finds the knee, the point where queueing begins. Size latency-sensitive pools below it, and let flow control govern everything that arrives past it.</a:t>
            </a:r>
          </a:p>
          <a:p>
            <a:r>
              <a:t>That is the whole operating model. Know your envelope, place your operating point, and let the policy own the overflow.</a:t>
            </a:r>
          </a:p>
          <a:p/>
          <a:p>
            <a:r>
              <a:t>Proving it is on</a:t>
            </a:r>
          </a:p>
          <a:p>
            <a:r>
              <a:t>Two metric checks make the queueing visible. Anything less measures light load.</a:t>
            </a:r>
          </a:p>
          <a:p>
            <a:r>
              <a:t>metrics/metrics.go  ·  flowcontrol/controller/internal/processor.go</a:t>
            </a:r>
          </a:p>
          <a:p>
            <a:r>
              <a:t>One sweep per hardware and model pair finds the knee, the point where queueing begins. Size latency-sensitive pools below it, and let flow control govern everything that arrives past it.</a:t>
            </a:r>
          </a:p>
          <a:p>
            <a:r>
              <a:t>That is the whole operating model. Know your envelope, place your operating point, and let the policy own the overflow.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 it</a:t>
            </a:r>
          </a:p>
          <a:p>
            <a:r>
              <a:t>The knobs that matter</a:t>
            </a:r>
          </a:p>
          <a:p>
            <a:r>
              <a:t>Band priorities  in  InferenceObjective  map business tiers to dispatch order.  Per-band limits  bound how much low-priority work can queue.</a:t>
            </a:r>
          </a:p>
          <a:p>
            <a:r>
              <a:t>Request TTL  caps how stale queued work can get.</a:t>
            </a:r>
          </a:p>
          <a:p>
            <a:r>
              <a:t>The saturation detector's threshold  sets the healthy buffer, deep enough that batching never starves, shallow enough that the queue stays where policy lives. It is a trigger, not a queue cap.</a:t>
            </a:r>
          </a:p>
          <a:p>
            <a:r>
              <a:t>What to watch</a:t>
            </a:r>
          </a:p>
          <a:p>
            <a:r>
              <a:t>pool_saturation  is the detector's gradient; dispatch halts when it reaches the ceiling.</a:t>
            </a:r>
          </a:p>
          <a:p>
            <a:r>
              <a:t>queue_size  per tenant and band tells you who is waiting and how much. The same depth is a true-demand signal an autoscaler can act on.</a:t>
            </a:r>
          </a:p>
          <a:p>
            <a:r>
              <a:t>Proving it is on</a:t>
            </a:r>
          </a:p>
          <a:p>
            <a:r>
              <a:t>Two metric checks make the queueing visible. Anything less measures light load.</a:t>
            </a:r>
          </a:p>
          <a:p>
            <a:r>
              <a:t>Check  Where  Pass when</a:t>
            </a:r>
          </a:p>
          <a:p>
            <a:r>
              <a:t>Priority routing  Endpoint Picker  /metrics    queue_duration  with  priority="100"  is present, so premium requests really carry their band</a:t>
            </a:r>
          </a:p>
          <a:p>
            <a:r>
              <a:t>Queues active  vLLM pod  /metrics    num_requests_running  sits at the cap and  num_requests_waiting  is above zero</a:t>
            </a:r>
          </a:p>
          <a:p>
            <a:r>
              <a:t>metrics/metrics.go  ·  flowcontrol/controller/internal/processor.go</a:t>
            </a:r>
          </a:p>
          <a:p>
            <a:r>
              <a:t>One sweep per hardware and model pair finds the knee, the point where queueing begins. Size latency-sensitive pools below it, and let flow control govern everything that arrives past it.</a:t>
            </a:r>
          </a:p>
          <a:p>
            <a:r>
              <a:t>That is the whole operating model. Know your envelope, place your operating point, and let the policy own the overflow.</a:t>
            </a:r>
          </a:p>
          <a:p/>
          <a:p>
            <a:r>
              <a:t>Proving it is on</a:t>
            </a:r>
          </a:p>
          <a:p>
            <a:r>
              <a:t>Two metric checks make the queueing visible. Anything less measures light load.</a:t>
            </a:r>
          </a:p>
          <a:p>
            <a:r>
              <a:t>metrics/metrics.go  ·  flowcontrol/controller/internal/processor.go</a:t>
            </a:r>
          </a:p>
          <a:p>
            <a:r>
              <a:t>One sweep per hardware and model pair finds the knee, the point where queueing begins. Size latency-sensitive pools below it, and let flow control govern everything that arrives past it.</a:t>
            </a:r>
          </a:p>
          <a:p>
            <a:r>
              <a:t>That is the whole operating model. Know your envelope, place your operating point, and let the policy own the overflow.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Why LLM traffic breaks rate limiting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Why LLM traffic breaks rate limiting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What flow control does at the pool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What flow control does at the pool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What flow control does at the pool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journey of a request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journey of a request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journey of a request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architecture, one level 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architecture, one level 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three-tier decision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three-tier decision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Fairness policies under the same burst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Fairness policies under the same burst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Fairness policies under the same burst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three ordering policies, same queue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three ordering policies, same queue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Tenants inside a band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Tenants inside a band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Where the waiting goes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Where the waiting goes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What the policy guarantees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When requests are refused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When requests are refused (1/2)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When requests are refused (2/2)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configuration surface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The configuration surface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Choosing knobs together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Choosing knobs together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Operating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0" y="-914400"/>
            <a:ext cx="12191695" cy="731520"/>
          </a:xfrm>
          <a:prstGeom prst="rect">
            <a:avLst/>
          </a:prstGeom>
          <a:noFill/>
        </p:spPr>
        <p:txBody>
          <a:bodyPr wrap="none">
            <a:spAutoFit/>
          </a:bodyPr>
          <a:lstStyle/>
          <a:p>
            <a:r>
              <a:t>Operating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